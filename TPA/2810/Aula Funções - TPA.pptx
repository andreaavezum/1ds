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2" r:id="rId5"/>
    <p:sldId id="263" r:id="rId6"/>
    <p:sldId id="264" r:id="rId7"/>
    <p:sldId id="265" r:id="rId8"/>
    <p:sldId id="261" r:id="rId9"/>
    <p:sldId id="266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53" y="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575EE0-BDBB-4F36-B2A4-5D50AFBB6D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407022-3491-4096-8DE7-C5AF5F28EE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299550-0069-499E-89DE-32F68DE49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4F3EC-774C-4A4C-83C6-F2CD5C89C12E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1BAD40-9A09-4F40-ACEE-73447E20B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3C547F-4468-4206-BB51-E7DE508B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3DEE1-E815-49C1-BAA2-51A7C2BD5F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036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76FC5E-3C96-43F4-9790-963253776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577086-DF07-4887-8071-A2CAEAB82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AFF7AF-9858-40CA-9C49-39A4C5BF0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4F3EC-774C-4A4C-83C6-F2CD5C89C12E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2AF6CD-8101-42E9-AD71-2AFEE6567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5035D4-4E3A-41B5-BB78-751C2CD96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3DEE1-E815-49C1-BAA2-51A7C2BD5F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8231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6CF806-9B8E-4A70-BC35-BD8456C83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BA67921-9F52-46D2-9A68-454C97667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F44F48-3786-4374-9AE7-B9F3D0D69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4F3EC-774C-4A4C-83C6-F2CD5C89C12E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26561E-A676-4509-AE19-92249E12D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8927A1-9D3B-478E-AB59-811282691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3DEE1-E815-49C1-BAA2-51A7C2BD5F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5190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39104F-74D7-4B51-BBB5-D9095CE7C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9F3427-4D48-4348-8F5E-00FB8CD735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1F5FCBE-E0CA-49D6-B336-61D0EC5DF0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1304BAE-897D-4B37-9DE7-A70F87162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4F3EC-774C-4A4C-83C6-F2CD5C89C12E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DBAB985-006B-4068-AE4D-BFFFFC6EE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09E37D0-3EE7-4862-98C3-18F59864E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3DEE1-E815-49C1-BAA2-51A7C2BD5F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1431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449F9D-5018-4120-B42C-72A5129CA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19D4A8B-5BD9-46A0-8C31-5B0C9DD5E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E0743B4-E1D2-476E-A369-2015226E0D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63E7176-9BA2-406D-9989-1E6C317E03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0D33EFF-C1B3-4B29-87FE-4D2F59D056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B57102E-C5F4-4215-ACAF-8B8ED7F26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4F3EC-774C-4A4C-83C6-F2CD5C89C12E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4FA8180-19BF-4B7E-8064-8511CE0C4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154C695-E787-4D13-B310-A7E02A64F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3DEE1-E815-49C1-BAA2-51A7C2BD5F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3456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EED17B-118A-453A-8FA0-4F8E40000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4D3F19A-0774-42EC-A323-074AB310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4F3EC-774C-4A4C-83C6-F2CD5C89C12E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C293E3E-5ABE-4602-866E-0164BAEF3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824BA9A-6269-49FD-AC32-5805DADD1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3DEE1-E815-49C1-BAA2-51A7C2BD5F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6216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E7ABA69-E04A-46AC-9612-056E2201E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4F3EC-774C-4A4C-83C6-F2CD5C89C12E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FC1ED5-907D-44D1-93CB-CD7E6F2AD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9B86FCD-1392-4D8D-B229-A77D962CC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3DEE1-E815-49C1-BAA2-51A7C2BD5F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9897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B0C4B4-9634-4260-8B32-598DE43F9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E67868-010F-48EC-866B-E74CCF160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94F69C9-77DE-4CD2-B86A-503EEBD5E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B3F14E3-27A1-45CC-8B1A-78C7DE395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4F3EC-774C-4A4C-83C6-F2CD5C89C12E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432AACD-BD67-4487-94E3-93FF1D6AC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310E638-A638-416C-B916-58457DCFA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3DEE1-E815-49C1-BAA2-51A7C2BD5F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3373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34B13E-CE7E-4C20-9540-2692C50AB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159318-7445-4187-8BA9-9B1B3C832E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3754B68-38E6-4F6B-97CC-06EF84DD7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1B1F602-BC87-4BD0-8579-202E645E5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4F3EC-774C-4A4C-83C6-F2CD5C89C12E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D040372-BF33-44D6-8C0E-759B11D8A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0181F8-E977-4F4C-A917-286FE7B80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3DEE1-E815-49C1-BAA2-51A7C2BD5F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5805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1D51AC-8FE6-47E8-A699-E889210CC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500EFCE-60CC-41F6-8AC5-E6F0E5383B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D6A591-38CA-4C33-9B00-4C72178AD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4F3EC-774C-4A4C-83C6-F2CD5C89C12E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21D8FB-191F-448E-89F3-877276E44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3B069A-8ADE-4F93-AF96-6F3BF1319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3DEE1-E815-49C1-BAA2-51A7C2BD5F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4028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07FD3F7-6AD4-41AA-9227-0AF71BA6B5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F3179B6-8836-4DF5-9359-AC7A1B4778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FF4D60-7E74-4983-A232-50DD9029E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4F3EC-774C-4A4C-83C6-F2CD5C89C12E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DE5E95-ECBC-4C71-81D5-56427B6C6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8D8C5E-7A84-471C-AF27-2E620CF82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3DEE1-E815-49C1-BAA2-51A7C2BD5F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6906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1A1DE06-253C-467D-B63D-F40E95293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E648F96-FC3D-4E4D-9718-A870A3C49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74E0CF-442C-4B35-A7F0-BE0611124A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84F3EC-774C-4A4C-83C6-F2CD5C89C12E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78FED4-DC51-4367-BF7A-4198976E73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911244-687A-4850-9316-F8F480C05A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43DEE1-E815-49C1-BAA2-51A7C2BD5FA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2313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B3B9DBC-97CC-4A18-B4A6-66E240292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492644-1D84-449E-94E4-5FC5C873D3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8" y="227"/>
            <a:ext cx="12188952" cy="455189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F35DDDD-0BDC-47D9-A082-C831039DA6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5341" y="637953"/>
            <a:ext cx="10415997" cy="3189507"/>
          </a:xfrm>
        </p:spPr>
        <p:txBody>
          <a:bodyPr>
            <a:normAutofit/>
          </a:bodyPr>
          <a:lstStyle/>
          <a:p>
            <a:pPr algn="l"/>
            <a:r>
              <a:rPr lang="pt-BR" sz="7400" dirty="0">
                <a:solidFill>
                  <a:srgbClr val="FFFFFF"/>
                </a:solidFill>
              </a:rPr>
              <a:t>Técnicas de Programação e Algoritmo - </a:t>
            </a:r>
            <a:r>
              <a:rPr lang="pt-BR" sz="7400" b="1" dirty="0">
                <a:solidFill>
                  <a:srgbClr val="FF0000"/>
                </a:solidFill>
              </a:rPr>
              <a:t>Funções</a:t>
            </a: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94EE1A74-DEBF-434E-8B5E-7AB296EC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727747" y="4208147"/>
            <a:ext cx="339126" cy="1938528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8C7C4D4B-92D9-4FA4-A294-749E8574FF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728739" y="4098333"/>
            <a:ext cx="201857" cy="1874520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BADA3358-2A3F-41B0-A458-6FD1DB3AF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3048" y="4098334"/>
            <a:ext cx="8933019" cy="17739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BE12319-FE5F-4A22-90B9-A8191E8196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342" y="4377268"/>
            <a:ext cx="7970903" cy="1280582"/>
          </a:xfrm>
        </p:spPr>
        <p:txBody>
          <a:bodyPr anchor="t">
            <a:normAutofit/>
          </a:bodyPr>
          <a:lstStyle/>
          <a:p>
            <a:pPr algn="l"/>
            <a:r>
              <a:rPr lang="pt-BR" sz="3200">
                <a:solidFill>
                  <a:srgbClr val="FEFFFF"/>
                </a:solidFill>
              </a:rPr>
              <a:t>Prof. Ricardo e Profª Andréa</a:t>
            </a:r>
          </a:p>
        </p:txBody>
      </p:sp>
      <p:sp>
        <p:nvSpPr>
          <p:cNvPr id="18" name="Rectangle 8">
            <a:extLst>
              <a:ext uri="{FF2B5EF4-FFF2-40B4-BE49-F238E27FC236}">
                <a16:creationId xmlns:a16="http://schemas.microsoft.com/office/drawing/2014/main" id="{E4737216-37B2-43AD-AB08-05BFCCEFC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9066873" y="4377267"/>
            <a:ext cx="3122079" cy="17739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243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BAF1668-1E08-421A-9C49-B64649D03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Procedimento em Linguagem C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A5CFACB-B67D-4C95-8183-B981B405FE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538" t="53130" r="18885" b="27532"/>
          <a:stretch/>
        </p:blipFill>
        <p:spPr>
          <a:xfrm>
            <a:off x="3235568" y="2103437"/>
            <a:ext cx="6288259" cy="1325563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326BBD97-7934-4195-8CE8-4D2E7AE130FC}"/>
              </a:ext>
            </a:extLst>
          </p:cNvPr>
          <p:cNvSpPr txBox="1"/>
          <p:nvPr/>
        </p:nvSpPr>
        <p:spPr>
          <a:xfrm>
            <a:off x="2538377" y="4082979"/>
            <a:ext cx="71152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/>
              <a:t>Este procedimento imprime o numero que for passado para ele como parâmetro, por uma entrada de dados, fora do procedimentos.</a:t>
            </a:r>
          </a:p>
        </p:txBody>
      </p:sp>
    </p:spTree>
    <p:extLst>
      <p:ext uri="{BB962C8B-B14F-4D97-AF65-F5344CB8AC3E}">
        <p14:creationId xmlns:p14="http://schemas.microsoft.com/office/powerpoint/2010/main" val="592398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FDB19D53-D6E0-42B0-B11C-34B0D222F7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769" b="6667"/>
          <a:stretch/>
        </p:blipFill>
        <p:spPr>
          <a:xfrm>
            <a:off x="2588455" y="310449"/>
            <a:ext cx="7498080" cy="6381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280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BAF1668-1E08-421A-9C49-B64649D03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674" y="27500"/>
            <a:ext cx="10515600" cy="1325563"/>
          </a:xfrm>
        </p:spPr>
        <p:txBody>
          <a:bodyPr/>
          <a:lstStyle/>
          <a:p>
            <a:pPr algn="ctr"/>
            <a:r>
              <a:rPr lang="pt-BR" b="1" dirty="0"/>
              <a:t>Procedimento em Linguagem C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861271D-B37B-4F36-94E9-A88035E352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923" t="27271" r="25346" b="28605"/>
          <a:stretch/>
        </p:blipFill>
        <p:spPr>
          <a:xfrm>
            <a:off x="2447778" y="993471"/>
            <a:ext cx="8117059" cy="5336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888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BAF1668-1E08-421A-9C49-B64649D03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674" y="27500"/>
            <a:ext cx="10515600" cy="1325563"/>
          </a:xfrm>
        </p:spPr>
        <p:txBody>
          <a:bodyPr/>
          <a:lstStyle/>
          <a:p>
            <a:pPr algn="ctr"/>
            <a:r>
              <a:rPr lang="pt-BR" b="1" dirty="0"/>
              <a:t>Procedimento em Linguagem C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26BBD97-7934-4195-8CE8-4D2E7AE130FC}"/>
              </a:ext>
            </a:extLst>
          </p:cNvPr>
          <p:cNvSpPr txBox="1"/>
          <p:nvPr/>
        </p:nvSpPr>
        <p:spPr>
          <a:xfrm>
            <a:off x="2538377" y="4082979"/>
            <a:ext cx="71152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/>
              <a:t>Este procedimento imprime o numero que for passado para ele como parâmetro, por uma entrada de dados, fora do procedimentos.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CE4CBF0-2DF2-48B7-884D-6D9C16EF24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180" r="2299" b="5324"/>
          <a:stretch/>
        </p:blipFill>
        <p:spPr>
          <a:xfrm>
            <a:off x="2787254" y="1353063"/>
            <a:ext cx="6617489" cy="5451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228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BAF1668-1E08-421A-9C49-B64649D03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Procedimento em Linguagem C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C77400C-AF99-4AC8-B03E-F93E10DD62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307" t="38969" r="12193" b="35172"/>
          <a:stretch/>
        </p:blipFill>
        <p:spPr>
          <a:xfrm>
            <a:off x="2895600" y="2686930"/>
            <a:ext cx="6400800" cy="177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69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E0B1C6DB-70FD-4B99-B1D2-FBEEB12410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69" t="14153" r="50000" b="25208"/>
          <a:stretch/>
        </p:blipFill>
        <p:spPr>
          <a:xfrm>
            <a:off x="393894" y="182878"/>
            <a:ext cx="9625011" cy="6513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814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BAF1668-1E08-421A-9C49-B64649D03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Procedimento em Linguagem C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8C7BFA4-579F-45A0-A96E-DD7BEFFC1C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01" t="28092" r="31345" b="11161"/>
          <a:stretch/>
        </p:blipFill>
        <p:spPr>
          <a:xfrm>
            <a:off x="2039815" y="1690688"/>
            <a:ext cx="7821637" cy="416403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85A49D5-E81E-4D1F-9473-BCF69F7B4262}"/>
              </a:ext>
            </a:extLst>
          </p:cNvPr>
          <p:cNvSpPr txBox="1"/>
          <p:nvPr/>
        </p:nvSpPr>
        <p:spPr>
          <a:xfrm>
            <a:off x="2145832" y="6023505"/>
            <a:ext cx="71152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dirty="0"/>
              <a:t>Este procedimento soma e exibe os numeros que foram passado para ele como parâmetro, por uma entrada de dados, fora do procedimentos.</a:t>
            </a:r>
          </a:p>
        </p:txBody>
      </p:sp>
    </p:spTree>
    <p:extLst>
      <p:ext uri="{BB962C8B-B14F-4D97-AF65-F5344CB8AC3E}">
        <p14:creationId xmlns:p14="http://schemas.microsoft.com/office/powerpoint/2010/main" val="962489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76C4BA66-A42C-4A50-886F-86C69B9CA3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78" t="13799" r="52794" b="10033"/>
          <a:stretch/>
        </p:blipFill>
        <p:spPr>
          <a:xfrm>
            <a:off x="255495" y="26894"/>
            <a:ext cx="7449670" cy="6762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4758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104</Words>
  <Application>Microsoft Office PowerPoint</Application>
  <PresentationFormat>Widescreen</PresentationFormat>
  <Paragraphs>10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do Office</vt:lpstr>
      <vt:lpstr>Técnicas de Programação e Algoritmo - Funções</vt:lpstr>
      <vt:lpstr>Procedimento em Linguagem C</vt:lpstr>
      <vt:lpstr>Apresentação do PowerPoint</vt:lpstr>
      <vt:lpstr>Procedimento em Linguagem C</vt:lpstr>
      <vt:lpstr>Procedimento em Linguagem C</vt:lpstr>
      <vt:lpstr>Procedimento em Linguagem C</vt:lpstr>
      <vt:lpstr>Apresentação do PowerPoint</vt:lpstr>
      <vt:lpstr>Procedimento em Linguagem C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Técnicas de Programação e Algoritmo</dc:title>
  <dc:creator>RICARDO DE MORAES</dc:creator>
  <cp:lastModifiedBy>Micro</cp:lastModifiedBy>
  <cp:revision>15</cp:revision>
  <dcterms:created xsi:type="dcterms:W3CDTF">2020-09-09T14:47:15Z</dcterms:created>
  <dcterms:modified xsi:type="dcterms:W3CDTF">2025-10-28T16:30:43Z</dcterms:modified>
</cp:coreProperties>
</file>