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B8D6F-6D86-488E-A8C4-D10C565FE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259C88-689B-48DC-BA74-DBF1A916E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C3EF05-1D92-4F30-AA0E-8B0B0454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D593AC-125B-4DBB-8268-6BEFE2CC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245DBE-18B0-4403-8739-BA6E075F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92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675BA-3E90-4D84-85FC-FCC412BE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2AD90B-876F-4DCE-A865-5CEAE5AB4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7C4938-C36F-4EC3-A671-FD7C4AEC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7056A-C75C-4066-9F2C-314EBDEC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5F2E30-D03A-48F1-89CB-E387736E2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9728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0F99AE-E5F9-45DB-837D-98E8B1507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F4930F-4DB6-4FEB-8492-AAE35CF8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E273E9-933C-47FB-910E-439B36D57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8CC524-9EDF-4F16-937D-D0E6A8F6A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95F7CA-164F-4F57-8937-55AD49DB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617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0BBC8-F7DF-4662-B11B-FC7D664C0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5AE495-4059-4F9D-A927-C9C6CCA67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5A3B2A-5B86-49E9-964B-CA26D8110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66AB89-B242-4058-8FAB-A89FC3DA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10DA5E-98CF-4E30-8DC3-46ADD5D8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E393D7-2845-4FCF-BD2F-1151A48C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13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26ED8-4F1A-4850-BAAC-19FB9BBED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F93896-85A6-44AE-8ABF-8E0D786AE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49AD01-FC8A-46A6-8B68-F9A3D3A10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BD2327-EAD9-46FD-A2F5-2743FDB74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1ABFA5-F5C7-4D6D-913C-7C5B1E251B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4A46BC2-B394-402B-9A69-F19AE4086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1D5AB5-1604-43DC-BA82-FAFC09FD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982D98B-EE65-4346-8583-717F7291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127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6EA7D-A17B-4211-8079-4B4DAB58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AF20F0-65DE-417F-9C16-EB91FC9B7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CC232F-2773-4331-895C-6F02B1CB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EE59B6-6983-4E22-9B51-5A40398C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374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58C57E-85D3-4567-8124-56311852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DCACB5-9CE2-4071-9B24-06F19FFD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64358A-6CB9-4C17-B1DB-B9292D30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19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CA46A-B03B-465C-86E1-40A5CD0A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14819C-8245-4973-B2BE-183066AD8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093E69-1F35-4F2B-ACF4-CAF9CCEF7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5123A4-F7BD-4171-A42B-E235D3933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15135F-50BA-4C68-BB27-83BA2499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EA80F8-7254-4194-8318-4E403A5F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495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97D62-8827-4A8B-88A7-25F7F8EA9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813ED0F-9D8F-46C4-B9C1-C16C38C3D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69970F-0A13-4E48-9FF4-2E1579478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AA3284-6ABB-4F2E-9C62-545A718D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37B253-7C7A-4CEE-8FFA-3416F2B4B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EB88C1-CE16-438E-BA6F-13023B908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673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B47D2-5A40-4774-B877-05CDD42E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A4FBB7-9A5A-409C-B0DE-A28694472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2349C7-E726-4D09-8F3B-C5632875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CD6ECF-7D65-4457-B735-EE708AA78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1C2C34-8B3D-4E31-94A5-5DB23711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99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659ECD-20AF-4F3E-AEB7-0280BCDEE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4ED930-3593-485A-AC3B-2F8E76A90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CFFD0D-205E-4DC4-A88C-058FF9A7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54BA45-D5A5-4A45-80B1-7E5E1C94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F38A8A-8128-4AEC-A6F3-725F2B4F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7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7C4F363-2173-4EE6-9A38-15EB492B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8F0A28-765C-457C-98E3-F415169CA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67D72D-0C76-4BB1-957B-A7A8AAF1E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71C1B-C07D-449F-ABEA-124FDCC60D9A}" type="datetimeFigureOut">
              <a:rPr lang="pt-BR" smtClean="0"/>
              <a:t>22/04/2025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370EC7-1500-47E3-ABCE-CCCF34F57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B2C30E-1E44-46C1-A912-3B08B0146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7A49-391A-4DFC-AC3F-B28763647C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82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D8391-3A86-4312-A353-426F33EB8A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Banco de Dados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C2C170-CC1E-4CDF-9A76-0C0ECC291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Nome do aluno</a:t>
            </a:r>
          </a:p>
        </p:txBody>
      </p:sp>
    </p:spTree>
    <p:extLst>
      <p:ext uri="{BB962C8B-B14F-4D97-AF65-F5344CB8AC3E}">
        <p14:creationId xmlns:p14="http://schemas.microsoft.com/office/powerpoint/2010/main" val="130583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39FB2-BC06-45F2-BF13-9F63F83B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Chave primária Composta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58C78D-789B-45C6-907C-F9C29E4BE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Realizar pesquisa em, pelo menos, duas fontes, elaborar o conceito de chave primária composta e exemplificar.</a:t>
            </a:r>
          </a:p>
        </p:txBody>
      </p:sp>
    </p:spTree>
    <p:extLst>
      <p:ext uri="{BB962C8B-B14F-4D97-AF65-F5344CB8AC3E}">
        <p14:creationId xmlns:p14="http://schemas.microsoft.com/office/powerpoint/2010/main" val="2386823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5CDFB-BF92-4FBE-8DFD-DDA57102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Fontes de 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380820-5ED3-4DD2-8257-95230AB47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424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Banco de Dados I</vt:lpstr>
      <vt:lpstr>Chave primária Composta</vt:lpstr>
      <vt:lpstr>Fontes de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I</dc:title>
  <dc:creator>Micro</dc:creator>
  <cp:lastModifiedBy>Micro</cp:lastModifiedBy>
  <cp:revision>1</cp:revision>
  <dcterms:created xsi:type="dcterms:W3CDTF">2025-04-22T16:29:21Z</dcterms:created>
  <dcterms:modified xsi:type="dcterms:W3CDTF">2025-04-22T16:29:55Z</dcterms:modified>
</cp:coreProperties>
</file>